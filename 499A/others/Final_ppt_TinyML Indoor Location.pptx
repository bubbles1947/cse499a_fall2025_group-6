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713b-da12-802a-8000-000001a6a9e6.png?kimi-sig=WaKCiooVMEq00oqnGQd0a3jScmzq07ORoyTEp4tiXh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7149-a572-8657-8000-000031f3dff9.png?kimi-sig=p1nl82OO9gzPVgv-xUxvO7Vk3ol3OHUNRSAIxT2qND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714c-5d32-829b-8000-0000fca8a979.png?kimi-sig=AHreuZ3J4ygrc3gIs9Y2RoFRlCYOmCJgpvGwL5X2lC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7149-75e2-893a-8000-00002bb2f9e5.png?kimi-sig=Ov8mnkQLKhROAvPGwJxE_Q6eqHXSv5hrL4Q-5qERsW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7148-4d42-897b-8000-0000ddd9c76e.png?kimi-sig=HxbuuQn6TFqlyM7k6lD7-6QWyvZLvEcbgvKThWvlki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7142-47a2-89b8-8000-0000c31b8f5d.png?kimi-sig=eo0m-sFrJsZrfCJB4QrwevsRvJXzKc3boU6_426qmT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7159-d622-82ff-8000-000050025c42.png?kimi-sig=mX36HXPA2g5GfiJPbg2x_6P0AM9phXhnM2uxNn8qWt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7158-e112-81c1-8000-00000dd335b2.png?kimi-sig=Tjf5WUY8ksMlBmCue7wqKOdqE8kEa_nuGLjevBLbXb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7159-3812-8fd4-8000-000098bd788f.png?kimi-sig=H5lM8n9P0aCxXytVX_8VETIa2K_uiJtl-VEkHK-jhH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7159-c592-8d7b-8000-0000bffa888a.png?kimi-sig=fJqPv2BQk2Py5JqrVEz7wJXH5wBGPyByTh_QERs1Ur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TinyML Indoor Location</dc:title>
  <dc:subject>TinyML Indoor Location</dc:subject>
  <dc:creator>Kimi</dc:creator>
  <cp:lastModifiedBy>Kimi</cp:lastModifiedBy>
  <cp:revision>1</cp:revision>
  <dcterms:created xsi:type="dcterms:W3CDTF">2025-12-10T07:14:25Z</dcterms:created>
  <dcterms:modified xsi:type="dcterms:W3CDTF">2025-12-10T07:14:25Z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{"Label":"TinyML Indoor Location","ContentProducer":"001191110108MACG2KBH8F10000","ProduceID":"d4shmni0p58m276mea70","ReservedCode1":"","ContentPropagator":"001191110108MACG2KBH8F20000","PropagateID":"d4shmni0p58m276mea70","ReservedCode2":""}</vt:lpwstr>
  </property>
</Properties>
</file>