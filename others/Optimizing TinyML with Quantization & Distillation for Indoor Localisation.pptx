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6fdc-0b72-8a78-8000-00007cbe2d86.png?kimi-sig=9ZSvSHFgsFiGexBOoWbwH3mJpL7MffUYL-pq5E_MpH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8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6fe9-dfe2-87e7-8000-00001c728ebf.png?kimi-sig=v7V4_wHwo59dNcHZTHrNFj6769FXFsOy_yIgy1RvDJ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6fed-f732-8a59-8000-000023a392e5.png?kimi-sig=wSReA8bBHvwBbRw3HXGCE5YToC8yYHfI3VsL8QjZQT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6fe9-06c2-8559-8000-0000f67e702c.png?kimi-sig=mfkyjnyIu22Z7zXItVft0ltDP6X-eFew6g-2HQyjIa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6fea-8b22-8cbe-8000-000056a78007.png?kimi-sig=HMcLCuReNUb5c33SER-Sk7ZfWYrlBbIbx3nAUTTBDZ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6fe7-e7c2-8fd4-8000-00002e1bb9df.png?kimi-sig=KO7F8oBD71tCXb4tUgrIvYNwD8I2km_2x4Pught68w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6fff-dc42-81b9-8000-000059ba45f8.png?kimi-sig=jK_jJ62Ttblz_AYOFNIiXMFuEcV5V3ACWRPwQYDB5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6ffd-29f2-80f8-8000-0000748ab8d9.png?kimi-sig=hFbhgbtrpbPAD6wmyUOUquZSdLDLW7XeenQouH6jCVQ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6ffb-fb72-8fde-8000-000012446841.png?kimi-sig=mHqIcNMqIpfrMH9iQYonqI7QJiJ-JvDrpEIjQoKaR3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6ffb-aa32-87dd-8000-00007816fe05.png?kimi-sig=3OxqndgyORwbgCil83goZuybyjyb114Y6f6qd8jQlx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700d-dce2-8b8e-8000-000036fc441e.png?kimi-sig=f2XFTlUZoYuoo-RkQ0j1kVi6YNdQTizf7UCkLOkoOS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Optimizing TinyML with Quantization &amp; Distillation for Indoor Localisation</dc:title>
  <dc:subject>Optimizing TinyML with Quantization &amp; Distillation for Indoor Localisation</dc:subject>
  <dc:creator>Kimi</dc:creator>
  <cp:lastModifiedBy>Kimi</cp:lastModifiedBy>
  <cp:revision>1</cp:revision>
  <dcterms:created xsi:type="dcterms:W3CDTF">2025-12-10T06:45:37Z</dcterms:created>
  <dcterms:modified xsi:type="dcterms:W3CDTF">2025-12-10T06:45:37Z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{"Label":"Optimizing TinyML with Quantization &amp; Distillation for Indoor Localisation","ContentProducer":"001191110108MACG2KBH8F10000","ProduceID":"d4shbgcqdqemfbccbpn0","ReservedCode1":"","ContentPropagator":"001191110108MACG2KBH8F20000","PropagateID":"d4shbgcqdqemfbccbpn0","ReservedCode2":""}</vt:lpwstr>
  </property>
</Properties>
</file>