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7475200" cy="9753600"/>
  <p:notesSz cx="9753600" cy="174752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slide_19c6c1d5-e282-888c-8000-00004f0a7981.jpeg?kimi-sig=CRPRyNpJN_c0S7Z8AlUXTwgnMXmxjUIh7jGuSsZyq2w&amp;x-oss-process=image/resize,w_1376,h_76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slide_19c6c1d4-7b12-8181-8000-00002f9a9194.jpeg?kimi-sig=GuqydglNSMAUP3SDDvQ5Qa2f44xjBAZ9_SiBIGpb7QI&amp;x-oss-process=image/resize,w_1376,h_76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slide_19c6c1dc-ecc2-86f4-8000-0000c346e83b.jpeg?kimi-sig=xkxsnPU2IATiHk3JKjZTZ_A2ZorT8m9zIesTQRXj9U8&amp;x-oss-process=image/resize,w_1376,h_76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slide_19c6c1d2-5752-8d23-8000-00006ef8a8b6.jpeg?kimi-sig=_S_nlHsY0_fv7mG8pFKBLVPQ9tlZVm_BPHcClgPeLTQ&amp;x-oss-process=image/resize,w_1376,h_76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slide_19c6c1d4-f552-89cf-8000-0000b5c1f0c5.jpeg?kimi-sig=U_cIHaxc9Xh1pbz2L_PMnb_7LMCJJ3WvcVdnu96BzLQ&amp;x-oss-process=image/resize,w_1376,h_76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slide_19c6c1dd-a852-8a13-8000-0000c67cb283.jpeg?kimi-sig=b3yK6hrjV-09LuHphQj5Lqxwn_dyOoZ6ffLnw50egZA&amp;x-oss-process=image/resize,w_1376,h_76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slide_19c6c1e1-de22-87ae-8000-00009b28bbe2.jpeg?kimi-sig=JWuDhBLfST3DYVIs5v3wG6xIcyDkO8py-p0ONE_Otus&amp;x-oss-process=image/resize,w_1376,h_76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slide_19c6c1db-7522-8220-8000-000057d2ebc0.jpeg?kimi-sig=ZHgJ-yuFfMCjBLrN-oizx8LqYiL0O66CL3ZbhOMb-Xc&amp;x-oss-process=image/resize,w_1376,h_76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slide_19c6c1df-6d42-8f69-8000-0000aea4f311.jpeg?kimi-sig=6BVWCj-6vBGJ_Fx6-flJO1rT7oMVRW0bDrE6TeBAU7U&amp;x-oss-process=image/resize,w_1376,h_76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slide_19c6c1d5-9082-844a-8000-00009fb985ae.jpeg?kimi-sig=1ko15-I17Am15flz9l_ncw0zvAHW9CrnwmgREQDrAFQ&amp;x-oss-process=image/resize,w_1376,h_76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Context-Aware Pruning for Real-Time PPE Detection on Edge Devices</dc:title>
  <dc:subject>Context-Aware Pruning for Real-Time PPE Detection on Edge Devices</dc:subject>
  <dc:creator>Kimi</dc:creator>
  <cp:lastModifiedBy>Kimi</cp:lastModifiedBy>
  <cp:revision>1</cp:revision>
  <dcterms:created xsi:type="dcterms:W3CDTF">2026-02-17T15:02:55Z</dcterms:created>
  <dcterms:modified xsi:type="dcterms:W3CDTF">2026-02-17T15:02:55Z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{"Label":"Context-Aware Pruning for Real-Time PPE Detection on Edge Devices","ContentProducer":"001191110108MACG2KBH8F10000","ProduceID":"19c6c1e1-e162-8618-8000-00006ba5b86e","ReservedCode1":"","ContentPropagator":"001191110108MACG2KBH8F20000","PropagateID":"19c6c1e1-e162-8618-8000-00006ba5b86e","ReservedCode2":""}</vt:lpwstr>
  </property>
</Properties>
</file>